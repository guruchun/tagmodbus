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8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96628-6585-44A9-7540-E81663444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EC637C-F10C-1D56-D01E-A10E2AFAC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3E0A69-F5E0-8837-E48D-F7A7876F4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4D787AC-CECB-4679-8F92-01C30151B5C0}" type="datetimeFigureOut">
              <a:rPr lang="ko-KR" altLang="en-US" smtClean="0"/>
              <a:pPr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D9DDF8-A44F-A59C-3881-179EA5DA5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3F3946-BCF8-852D-5D8F-F5B34013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75D25C4-1E2D-400A-ABAE-D8AF2B6FB06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57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0E3136-159D-868E-25C9-D649F92B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809F2-F285-82AE-995F-EB1F30B51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DCF595-4D33-CA5F-0256-BBF5EF4CD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4D787AC-CECB-4679-8F92-01C30151B5C0}" type="datetimeFigureOut">
              <a:rPr lang="ko-KR" altLang="en-US" smtClean="0"/>
              <a:pPr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79F22-1466-F469-914E-76B350D6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87E9D2-615B-014D-13B1-4311A8E8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75D25C4-1E2D-400A-ABAE-D8AF2B6FB06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441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A95F9E-8B13-F666-FE04-CA4B793F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2847A-EDEE-4899-FE5D-C644BBBD7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BD9475-C2DC-82FF-4F3A-E630D81856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4D787AC-CECB-4679-8F92-01C30151B5C0}" type="datetimeFigureOut">
              <a:rPr lang="ko-KR" altLang="en-US" smtClean="0"/>
              <a:pPr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9D9733-C8C3-CE88-CC69-F741F9D2B0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8B7BC-9D0B-1907-9BAB-661C0D922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75D25C4-1E2D-400A-ABAE-D8AF2B6FB06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617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제목 35">
            <a:extLst>
              <a:ext uri="{FF2B5EF4-FFF2-40B4-BE49-F238E27FC236}">
                <a16:creationId xmlns:a16="http://schemas.microsoft.com/office/drawing/2014/main" id="{7E934131-FD7B-CD2C-0988-D995672C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37" name="내용 개체 틀 36">
            <a:extLst>
              <a:ext uri="{FF2B5EF4-FFF2-40B4-BE49-F238E27FC236}">
                <a16:creationId xmlns:a16="http://schemas.microsoft.com/office/drawing/2014/main" id="{E34A98C9-51F8-80B1-F709-ED5E753BC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6584" y="1520032"/>
            <a:ext cx="3237216" cy="49625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altLang="ko-KR" sz="1600" dirty="0"/>
              <a:t>Session</a:t>
            </a:r>
            <a:r>
              <a:rPr lang="ko-KR" altLang="en-US" sz="1600" dirty="0"/>
              <a:t> </a:t>
            </a:r>
            <a:r>
              <a:rPr lang="en-US" altLang="ko-KR" sz="1600" dirty="0"/>
              <a:t>list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ko-KR" sz="1600" dirty="0"/>
              <a:t>Managing Modbus Server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ko-KR" sz="1600" dirty="0"/>
              <a:t>Managing Data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ko-KR" sz="1600" dirty="0"/>
              <a:t>Show Log Messages</a:t>
            </a:r>
            <a:endParaRPr lang="ko-KR" altLang="en-US" sz="16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02946A14-FB0C-C0B5-5AA5-8788EB9B9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66" y="1520032"/>
            <a:ext cx="7004131" cy="4962523"/>
          </a:xfrm>
          <a:prstGeom prst="rect">
            <a:avLst/>
          </a:prstGeom>
        </p:spPr>
      </p:pic>
      <p:sp>
        <p:nvSpPr>
          <p:cNvPr id="43" name="타원 42">
            <a:extLst>
              <a:ext uri="{FF2B5EF4-FFF2-40B4-BE49-F238E27FC236}">
                <a16:creationId xmlns:a16="http://schemas.microsoft.com/office/drawing/2014/main" id="{2F98C983-739A-1E4E-1512-F6DD608E53C5}"/>
              </a:ext>
            </a:extLst>
          </p:cNvPr>
          <p:cNvSpPr/>
          <p:nvPr/>
        </p:nvSpPr>
        <p:spPr>
          <a:xfrm>
            <a:off x="1366463" y="2666143"/>
            <a:ext cx="452063" cy="44178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918D0530-77BF-AEDC-78D9-15F0472D0940}"/>
              </a:ext>
            </a:extLst>
          </p:cNvPr>
          <p:cNvSpPr/>
          <p:nvPr/>
        </p:nvSpPr>
        <p:spPr>
          <a:xfrm>
            <a:off x="4130211" y="1690688"/>
            <a:ext cx="452063" cy="44178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7D81FE5-7A3F-E1F4-5B51-9C57372467B7}"/>
              </a:ext>
            </a:extLst>
          </p:cNvPr>
          <p:cNvSpPr/>
          <p:nvPr/>
        </p:nvSpPr>
        <p:spPr>
          <a:xfrm>
            <a:off x="6750122" y="1736626"/>
            <a:ext cx="452063" cy="44178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275CE5E6-FDA8-B20B-5688-6A1E8B092774}"/>
              </a:ext>
            </a:extLst>
          </p:cNvPr>
          <p:cNvSpPr/>
          <p:nvPr/>
        </p:nvSpPr>
        <p:spPr>
          <a:xfrm>
            <a:off x="4224099" y="5815466"/>
            <a:ext cx="452063" cy="44178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8058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15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테마</vt:lpstr>
      <vt:lpstr>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/신소재공학과</dc:creator>
  <cp:lastModifiedBy>천해철(Haechul Chun) 수석 (주)두산 퓨얼셀 파워</cp:lastModifiedBy>
  <cp:revision>8</cp:revision>
  <dcterms:created xsi:type="dcterms:W3CDTF">2024-11-02T06:27:39Z</dcterms:created>
  <dcterms:modified xsi:type="dcterms:W3CDTF">2024-11-05T00:51:43Z</dcterms:modified>
</cp:coreProperties>
</file>