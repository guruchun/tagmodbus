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8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96628-6585-44A9-7540-E81663444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EC637C-F10C-1D56-D01E-A10E2AFAC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3E0A69-F5E0-8837-E48D-F7A7876F4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4D787AC-CECB-4679-8F92-01C30151B5C0}" type="datetimeFigureOut">
              <a:rPr lang="ko-KR" altLang="en-US" smtClean="0"/>
              <a:pPr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D9DDF8-A44F-A59C-3881-179EA5DA5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3F3946-BCF8-852D-5D8F-F5B34013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75D25C4-1E2D-400A-ABAE-D8AF2B6FB06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57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0E3136-159D-868E-25C9-D649F92B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D809F2-F285-82AE-995F-EB1F30B51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DCF595-4D33-CA5F-0256-BBF5EF4CD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4D787AC-CECB-4679-8F92-01C30151B5C0}" type="datetimeFigureOut">
              <a:rPr lang="ko-KR" altLang="en-US" smtClean="0"/>
              <a:pPr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579F22-1466-F469-914E-76B350D6C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87E9D2-615B-014D-13B1-4311A8E8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75D25C4-1E2D-400A-ABAE-D8AF2B6FB06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441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AA95F9E-8B13-F666-FE04-CA4B793F6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2847A-EDEE-4899-FE5D-C644BBBD7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BD9475-C2DC-82FF-4F3A-E630D81856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787AC-CECB-4679-8F92-01C30151B5C0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9D9733-C8C3-CE88-CC69-F741F9D2B0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8B7BC-9D0B-1907-9BAB-661C0D922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D25C4-1E2D-400A-ABAE-D8AF2B6FB0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617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C335A26-BD70-5A5C-E9A4-67111A8F6C82}"/>
              </a:ext>
            </a:extLst>
          </p:cNvPr>
          <p:cNvSpPr/>
          <p:nvPr/>
        </p:nvSpPr>
        <p:spPr>
          <a:xfrm>
            <a:off x="4151982" y="1806651"/>
            <a:ext cx="2577947" cy="1974774"/>
          </a:xfrm>
          <a:prstGeom prst="roundRect">
            <a:avLst>
              <a:gd name="adj" fmla="val 769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Modbus Server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순서도: 자기 디스크 4">
            <a:extLst>
              <a:ext uri="{FF2B5EF4-FFF2-40B4-BE49-F238E27FC236}">
                <a16:creationId xmlns:a16="http://schemas.microsoft.com/office/drawing/2014/main" id="{000F831D-D347-B499-8F75-4BF69E163C71}"/>
              </a:ext>
            </a:extLst>
          </p:cNvPr>
          <p:cNvSpPr/>
          <p:nvPr/>
        </p:nvSpPr>
        <p:spPr>
          <a:xfrm>
            <a:off x="4383336" y="2672176"/>
            <a:ext cx="2115237" cy="958467"/>
          </a:xfrm>
          <a:prstGeom prst="flowChartMagneticDis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U16: </a:t>
            </a:r>
            <a:r>
              <a:rPr lang="en-US" altLang="ko-K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RegValues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[65536]</a:t>
            </a:r>
          </a:p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B01: </a:t>
            </a:r>
            <a:r>
              <a:rPr lang="en-US" altLang="ko-K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BitValues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[65536]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9CB0D3F-7977-9AD4-19E1-E98B358BC673}"/>
              </a:ext>
            </a:extLst>
          </p:cNvPr>
          <p:cNvSpPr/>
          <p:nvPr/>
        </p:nvSpPr>
        <p:spPr>
          <a:xfrm>
            <a:off x="1033040" y="1960760"/>
            <a:ext cx="1894901" cy="864825"/>
          </a:xfrm>
          <a:prstGeom prst="roundRect">
            <a:avLst>
              <a:gd name="adj" fmla="val 769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Modbus Client</a:t>
            </a:r>
          </a:p>
          <a:p>
            <a:pPr algn="ctr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&lt;APP #1&gt;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E594C98-6C7F-5121-FB94-3D12FF035E4E}"/>
              </a:ext>
            </a:extLst>
          </p:cNvPr>
          <p:cNvSpPr/>
          <p:nvPr/>
        </p:nvSpPr>
        <p:spPr>
          <a:xfrm>
            <a:off x="1033040" y="5189075"/>
            <a:ext cx="1894901" cy="864825"/>
          </a:xfrm>
          <a:prstGeom prst="roundRect">
            <a:avLst>
              <a:gd name="adj" fmla="val 7693"/>
            </a:avLst>
          </a:prstGeom>
          <a:solidFill>
            <a:srgbClr val="CCCCFF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Modbus Client</a:t>
            </a:r>
          </a:p>
          <a:p>
            <a:pPr algn="ctr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&lt;APP #2&gt;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순서도: 자기 디스크 11">
            <a:extLst>
              <a:ext uri="{FF2B5EF4-FFF2-40B4-BE49-F238E27FC236}">
                <a16:creationId xmlns:a16="http://schemas.microsoft.com/office/drawing/2014/main" id="{0257C7C4-EE43-38FE-A303-8300EF9FAD44}"/>
              </a:ext>
            </a:extLst>
          </p:cNvPr>
          <p:cNvSpPr/>
          <p:nvPr/>
        </p:nvSpPr>
        <p:spPr>
          <a:xfrm>
            <a:off x="7188189" y="3630643"/>
            <a:ext cx="2115237" cy="960871"/>
          </a:xfrm>
          <a:prstGeom prst="flowChartMagneticDis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 Table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12605AC-B275-EFB3-F284-DE6128C0ACA2}"/>
              </a:ext>
            </a:extLst>
          </p:cNvPr>
          <p:cNvSpPr/>
          <p:nvPr/>
        </p:nvSpPr>
        <p:spPr>
          <a:xfrm>
            <a:off x="9201151" y="1888183"/>
            <a:ext cx="1894901" cy="960870"/>
          </a:xfrm>
          <a:prstGeom prst="roundRect">
            <a:avLst>
              <a:gd name="adj" fmla="val 2323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 View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E5E11B41-889C-9C94-372F-D2C8AAF4DB00}"/>
              </a:ext>
            </a:extLst>
          </p:cNvPr>
          <p:cNvSpPr/>
          <p:nvPr/>
        </p:nvSpPr>
        <p:spPr>
          <a:xfrm>
            <a:off x="2912918" y="2374129"/>
            <a:ext cx="2186247" cy="298048"/>
          </a:xfrm>
          <a:custGeom>
            <a:avLst/>
            <a:gdLst>
              <a:gd name="connsiteX0" fmla="*/ 0 w 2479964"/>
              <a:gd name="connsiteY0" fmla="*/ 0 h 2424545"/>
              <a:gd name="connsiteX1" fmla="*/ 1302327 w 2479964"/>
              <a:gd name="connsiteY1" fmla="*/ 581891 h 2424545"/>
              <a:gd name="connsiteX2" fmla="*/ 2479964 w 2479964"/>
              <a:gd name="connsiteY2" fmla="*/ 2424545 h 2424545"/>
              <a:gd name="connsiteX0" fmla="*/ 0 w 2495204"/>
              <a:gd name="connsiteY0" fmla="*/ 0 h 2485505"/>
              <a:gd name="connsiteX1" fmla="*/ 1302327 w 2495204"/>
              <a:gd name="connsiteY1" fmla="*/ 581891 h 2485505"/>
              <a:gd name="connsiteX2" fmla="*/ 2495204 w 2495204"/>
              <a:gd name="connsiteY2" fmla="*/ 2485505 h 2485505"/>
              <a:gd name="connsiteX0" fmla="*/ 0 w 2495204"/>
              <a:gd name="connsiteY0" fmla="*/ 0 h 2485505"/>
              <a:gd name="connsiteX1" fmla="*/ 1302327 w 2495204"/>
              <a:gd name="connsiteY1" fmla="*/ 581891 h 2485505"/>
              <a:gd name="connsiteX2" fmla="*/ 2495204 w 2495204"/>
              <a:gd name="connsiteY2" fmla="*/ 2485505 h 2485505"/>
              <a:gd name="connsiteX0" fmla="*/ 0 w 2495204"/>
              <a:gd name="connsiteY0" fmla="*/ 0 h 2485505"/>
              <a:gd name="connsiteX1" fmla="*/ 1264227 w 2495204"/>
              <a:gd name="connsiteY1" fmla="*/ 391254 h 2485505"/>
              <a:gd name="connsiteX2" fmla="*/ 2495204 w 2495204"/>
              <a:gd name="connsiteY2" fmla="*/ 2485505 h 2485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95204" h="2485505">
                <a:moveTo>
                  <a:pt x="0" y="0"/>
                </a:moveTo>
                <a:cubicBezTo>
                  <a:pt x="444500" y="88900"/>
                  <a:pt x="850900" y="-12837"/>
                  <a:pt x="1264227" y="391254"/>
                </a:cubicBezTo>
                <a:cubicBezTo>
                  <a:pt x="1677554" y="795345"/>
                  <a:pt x="2349269" y="1850043"/>
                  <a:pt x="2495204" y="2485505"/>
                </a:cubicBezTo>
              </a:path>
            </a:pathLst>
          </a:custGeom>
          <a:ln w="28575">
            <a:headEnd type="arrow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AA78F4-BE20-BC3F-A727-845894F7A8F3}"/>
              </a:ext>
            </a:extLst>
          </p:cNvPr>
          <p:cNvSpPr/>
          <p:nvPr/>
        </p:nvSpPr>
        <p:spPr>
          <a:xfrm>
            <a:off x="3903816" y="2147805"/>
            <a:ext cx="440675" cy="56452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#1</a:t>
            </a:r>
            <a:endParaRPr lang="ko-KR" alt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CF2BD4-BDFE-17C0-AB62-9D1E5AA8FC65}"/>
              </a:ext>
            </a:extLst>
          </p:cNvPr>
          <p:cNvSpPr txBox="1"/>
          <p:nvPr/>
        </p:nvSpPr>
        <p:spPr>
          <a:xfrm>
            <a:off x="4445384" y="2614204"/>
            <a:ext cx="18647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Analog/</a:t>
            </a:r>
            <a:r>
              <a:rPr lang="en-US" altLang="ko-KR" sz="14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Binary:Address</a:t>
            </a:r>
            <a:endParaRPr lang="ko-KR" altLang="en-US" sz="1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588781F-EE0F-B7B1-A30D-CDAA292C4DCA}"/>
              </a:ext>
            </a:extLst>
          </p:cNvPr>
          <p:cNvSpPr/>
          <p:nvPr/>
        </p:nvSpPr>
        <p:spPr>
          <a:xfrm>
            <a:off x="4151982" y="4077212"/>
            <a:ext cx="2577947" cy="1974774"/>
          </a:xfrm>
          <a:prstGeom prst="roundRect">
            <a:avLst>
              <a:gd name="adj" fmla="val 769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Modbus Server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순서도: 자기 디스크 18">
            <a:extLst>
              <a:ext uri="{FF2B5EF4-FFF2-40B4-BE49-F238E27FC236}">
                <a16:creationId xmlns:a16="http://schemas.microsoft.com/office/drawing/2014/main" id="{C24C8D84-CF29-9B5B-58FA-4AC3C8BFFEDB}"/>
              </a:ext>
            </a:extLst>
          </p:cNvPr>
          <p:cNvSpPr/>
          <p:nvPr/>
        </p:nvSpPr>
        <p:spPr>
          <a:xfrm>
            <a:off x="4383336" y="4942737"/>
            <a:ext cx="2115237" cy="958467"/>
          </a:xfrm>
          <a:prstGeom prst="flowChartMagneticDis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U16: </a:t>
            </a:r>
            <a:r>
              <a:rPr lang="en-US" altLang="ko-K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RegValues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[65536]</a:t>
            </a:r>
          </a:p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B01: </a:t>
            </a:r>
            <a:r>
              <a:rPr lang="en-US" altLang="ko-K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BitValues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[65536]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17E440-B12D-ADCD-E7FC-3E6D8D8D4F23}"/>
              </a:ext>
            </a:extLst>
          </p:cNvPr>
          <p:cNvSpPr txBox="1"/>
          <p:nvPr/>
        </p:nvSpPr>
        <p:spPr>
          <a:xfrm>
            <a:off x="4445384" y="4884765"/>
            <a:ext cx="18647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Analog/</a:t>
            </a:r>
            <a:r>
              <a:rPr lang="en-US" altLang="ko-KR" sz="14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Binary:Address</a:t>
            </a:r>
            <a:endParaRPr lang="ko-KR" altLang="en-US" sz="1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BFEE4DD5-4144-B0A9-AD3B-D5D8CFDF62D9}"/>
              </a:ext>
            </a:extLst>
          </p:cNvPr>
          <p:cNvSpPr/>
          <p:nvPr/>
        </p:nvSpPr>
        <p:spPr>
          <a:xfrm>
            <a:off x="2912918" y="4678739"/>
            <a:ext cx="2186247" cy="663032"/>
          </a:xfrm>
          <a:custGeom>
            <a:avLst/>
            <a:gdLst>
              <a:gd name="connsiteX0" fmla="*/ 0 w 2216727"/>
              <a:gd name="connsiteY0" fmla="*/ 1253998 h 1253998"/>
              <a:gd name="connsiteX1" fmla="*/ 1357746 w 2216727"/>
              <a:gd name="connsiteY1" fmla="*/ 7089 h 1253998"/>
              <a:gd name="connsiteX2" fmla="*/ 2216727 w 2216727"/>
              <a:gd name="connsiteY2" fmla="*/ 838362 h 1253998"/>
              <a:gd name="connsiteX0" fmla="*/ 0 w 2186247"/>
              <a:gd name="connsiteY0" fmla="*/ 1254680 h 1254680"/>
              <a:gd name="connsiteX1" fmla="*/ 1357746 w 2186247"/>
              <a:gd name="connsiteY1" fmla="*/ 7771 h 1254680"/>
              <a:gd name="connsiteX2" fmla="*/ 2186247 w 2186247"/>
              <a:gd name="connsiteY2" fmla="*/ 793324 h 1254680"/>
              <a:gd name="connsiteX0" fmla="*/ 0 w 2186247"/>
              <a:gd name="connsiteY0" fmla="*/ 1030536 h 1030536"/>
              <a:gd name="connsiteX1" fmla="*/ 1251066 w 2186247"/>
              <a:gd name="connsiteY1" fmla="*/ 14731 h 1030536"/>
              <a:gd name="connsiteX2" fmla="*/ 2186247 w 2186247"/>
              <a:gd name="connsiteY2" fmla="*/ 569180 h 1030536"/>
              <a:gd name="connsiteX0" fmla="*/ 0 w 2186247"/>
              <a:gd name="connsiteY0" fmla="*/ 853288 h 853288"/>
              <a:gd name="connsiteX1" fmla="*/ 1243446 w 2186247"/>
              <a:gd name="connsiteY1" fmla="*/ 39699 h 853288"/>
              <a:gd name="connsiteX2" fmla="*/ 2186247 w 2186247"/>
              <a:gd name="connsiteY2" fmla="*/ 391932 h 853288"/>
              <a:gd name="connsiteX0" fmla="*/ 0 w 2186247"/>
              <a:gd name="connsiteY0" fmla="*/ 837868 h 837868"/>
              <a:gd name="connsiteX1" fmla="*/ 1243446 w 2186247"/>
              <a:gd name="connsiteY1" fmla="*/ 24279 h 837868"/>
              <a:gd name="connsiteX2" fmla="*/ 2186247 w 2186247"/>
              <a:gd name="connsiteY2" fmla="*/ 376512 h 83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6247" h="837868">
                <a:moveTo>
                  <a:pt x="0" y="837868"/>
                </a:moveTo>
                <a:cubicBezTo>
                  <a:pt x="494146" y="249050"/>
                  <a:pt x="873992" y="93552"/>
                  <a:pt x="1243446" y="24279"/>
                </a:cubicBezTo>
                <a:cubicBezTo>
                  <a:pt x="1612900" y="-44994"/>
                  <a:pt x="1834803" y="22532"/>
                  <a:pt x="2186247" y="376512"/>
                </a:cubicBezTo>
              </a:path>
            </a:pathLst>
          </a:custGeom>
          <a:ln w="28575">
            <a:headEnd type="arrow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F73722-9D51-AA6A-8817-D73A424DAEB4}"/>
              </a:ext>
            </a:extLst>
          </p:cNvPr>
          <p:cNvSpPr/>
          <p:nvPr/>
        </p:nvSpPr>
        <p:spPr>
          <a:xfrm>
            <a:off x="3931642" y="4427222"/>
            <a:ext cx="440675" cy="613214"/>
          </a:xfrm>
          <a:prstGeom prst="rect">
            <a:avLst/>
          </a:prstGeom>
          <a:solidFill>
            <a:srgbClr val="CCCCFF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#2</a:t>
            </a:r>
            <a:endParaRPr lang="ko-KR" alt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화살표: 왼쪽/오른쪽 16">
            <a:extLst>
              <a:ext uri="{FF2B5EF4-FFF2-40B4-BE49-F238E27FC236}">
                <a16:creationId xmlns:a16="http://schemas.microsoft.com/office/drawing/2014/main" id="{1407250F-0895-510F-4601-32BE0B0B5613}"/>
              </a:ext>
            </a:extLst>
          </p:cNvPr>
          <p:cNvSpPr/>
          <p:nvPr/>
        </p:nvSpPr>
        <p:spPr>
          <a:xfrm rot="19443159">
            <a:off x="6326374" y="4593469"/>
            <a:ext cx="1232328" cy="259080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화살표: 왼쪽/오른쪽 20">
            <a:extLst>
              <a:ext uri="{FF2B5EF4-FFF2-40B4-BE49-F238E27FC236}">
                <a16:creationId xmlns:a16="http://schemas.microsoft.com/office/drawing/2014/main" id="{A64B8096-E5D2-7F46-67F3-0782CFC92BDF}"/>
              </a:ext>
            </a:extLst>
          </p:cNvPr>
          <p:cNvSpPr/>
          <p:nvPr/>
        </p:nvSpPr>
        <p:spPr>
          <a:xfrm rot="1965982">
            <a:off x="6313009" y="3463759"/>
            <a:ext cx="1232328" cy="259080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514BDD-31B5-C5A1-5323-B8A68D59D242}"/>
              </a:ext>
            </a:extLst>
          </p:cNvPr>
          <p:cNvSpPr/>
          <p:nvPr/>
        </p:nvSpPr>
        <p:spPr>
          <a:xfrm>
            <a:off x="6350366" y="4563875"/>
            <a:ext cx="1157613" cy="3110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 Helper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0093D34-AB83-7031-843D-1B8CB1A3CBED}"/>
              </a:ext>
            </a:extLst>
          </p:cNvPr>
          <p:cNvSpPr/>
          <p:nvPr/>
        </p:nvSpPr>
        <p:spPr>
          <a:xfrm>
            <a:off x="7152929" y="5326979"/>
            <a:ext cx="1612911" cy="47923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&lt;Map File&gt;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5E8771A-5E6F-5D4E-0999-331609E2BC55}"/>
              </a:ext>
            </a:extLst>
          </p:cNvPr>
          <p:cNvSpPr/>
          <p:nvPr/>
        </p:nvSpPr>
        <p:spPr>
          <a:xfrm>
            <a:off x="9706364" y="2988497"/>
            <a:ext cx="1612911" cy="47923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&lt;Default File&gt;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4E2E823C-80AB-D496-B024-D7B09CB719EA}"/>
              </a:ext>
            </a:extLst>
          </p:cNvPr>
          <p:cNvSpPr/>
          <p:nvPr/>
        </p:nvSpPr>
        <p:spPr>
          <a:xfrm>
            <a:off x="8972550" y="2638037"/>
            <a:ext cx="895350" cy="1030798"/>
          </a:xfrm>
          <a:custGeom>
            <a:avLst/>
            <a:gdLst>
              <a:gd name="connsiteX0" fmla="*/ 895350 w 895350"/>
              <a:gd name="connsiteY0" fmla="*/ 354523 h 1030798"/>
              <a:gd name="connsiteX1" fmla="*/ 514350 w 895350"/>
              <a:gd name="connsiteY1" fmla="*/ 30673 h 1030798"/>
              <a:gd name="connsiteX2" fmla="*/ 0 w 895350"/>
              <a:gd name="connsiteY2" fmla="*/ 1030798 h 1030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" h="1030798">
                <a:moveTo>
                  <a:pt x="895350" y="354523"/>
                </a:moveTo>
                <a:cubicBezTo>
                  <a:pt x="779462" y="136242"/>
                  <a:pt x="663575" y="-82039"/>
                  <a:pt x="514350" y="30673"/>
                </a:cubicBezTo>
                <a:cubicBezTo>
                  <a:pt x="365125" y="143385"/>
                  <a:pt x="182562" y="587091"/>
                  <a:pt x="0" y="1030798"/>
                </a:cubicBezTo>
              </a:path>
            </a:pathLst>
          </a:custGeom>
          <a:noFill/>
          <a:ln w="28575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52EDC15-D791-36F1-D5A3-E86BFEFE755E}"/>
              </a:ext>
            </a:extLst>
          </p:cNvPr>
          <p:cNvSpPr/>
          <p:nvPr/>
        </p:nvSpPr>
        <p:spPr>
          <a:xfrm>
            <a:off x="6929172" y="979686"/>
            <a:ext cx="1894901" cy="1732643"/>
          </a:xfrm>
          <a:prstGeom prst="roundRect">
            <a:avLst>
              <a:gd name="adj" fmla="val 1278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 View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8F48C91-909C-0F72-7CEE-BA46F11C3A4D}"/>
              </a:ext>
            </a:extLst>
          </p:cNvPr>
          <p:cNvSpPr/>
          <p:nvPr/>
        </p:nvSpPr>
        <p:spPr>
          <a:xfrm>
            <a:off x="7076729" y="2109307"/>
            <a:ext cx="1319477" cy="4792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Modbus View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B4C8EEB-E6C0-3E36-34B0-950461E4C091}"/>
              </a:ext>
            </a:extLst>
          </p:cNvPr>
          <p:cNvSpPr/>
          <p:nvPr/>
        </p:nvSpPr>
        <p:spPr>
          <a:xfrm>
            <a:off x="9183410" y="1154533"/>
            <a:ext cx="1612911" cy="47923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&lt;Replay File&gt;</a:t>
            </a:r>
            <a:endParaRPr lang="ko-KR" altLang="en-US" sz="14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C241894-F86C-DC90-62E3-1D310FA64FC7}"/>
              </a:ext>
            </a:extLst>
          </p:cNvPr>
          <p:cNvSpPr/>
          <p:nvPr/>
        </p:nvSpPr>
        <p:spPr>
          <a:xfrm>
            <a:off x="7076729" y="1568356"/>
            <a:ext cx="1319477" cy="4792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Player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A8252200-2CAC-5AD9-796B-2E956A30C295}"/>
              </a:ext>
            </a:extLst>
          </p:cNvPr>
          <p:cNvSpPr/>
          <p:nvPr/>
        </p:nvSpPr>
        <p:spPr>
          <a:xfrm>
            <a:off x="8324107" y="1468560"/>
            <a:ext cx="877044" cy="2171700"/>
          </a:xfrm>
          <a:custGeom>
            <a:avLst/>
            <a:gdLst>
              <a:gd name="connsiteX0" fmla="*/ 880901 w 880901"/>
              <a:gd name="connsiteY0" fmla="*/ 0 h 2171700"/>
              <a:gd name="connsiteX1" fmla="*/ 14126 w 880901"/>
              <a:gd name="connsiteY1" fmla="*/ 276225 h 2171700"/>
              <a:gd name="connsiteX2" fmla="*/ 347501 w 880901"/>
              <a:gd name="connsiteY2" fmla="*/ 1285875 h 2171700"/>
              <a:gd name="connsiteX3" fmla="*/ 404651 w 880901"/>
              <a:gd name="connsiteY3" fmla="*/ 2171700 h 2171700"/>
              <a:gd name="connsiteX0" fmla="*/ 877044 w 877044"/>
              <a:gd name="connsiteY0" fmla="*/ 0 h 2171700"/>
              <a:gd name="connsiteX1" fmla="*/ 10269 w 877044"/>
              <a:gd name="connsiteY1" fmla="*/ 276225 h 2171700"/>
              <a:gd name="connsiteX2" fmla="*/ 400794 w 877044"/>
              <a:gd name="connsiteY2" fmla="*/ 866775 h 2171700"/>
              <a:gd name="connsiteX3" fmla="*/ 400794 w 877044"/>
              <a:gd name="connsiteY3" fmla="*/ 2171700 h 217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7044" h="2171700">
                <a:moveTo>
                  <a:pt x="877044" y="0"/>
                </a:moveTo>
                <a:cubicBezTo>
                  <a:pt x="488106" y="30956"/>
                  <a:pt x="89644" y="131763"/>
                  <a:pt x="10269" y="276225"/>
                </a:cubicBezTo>
                <a:cubicBezTo>
                  <a:pt x="-69106" y="420687"/>
                  <a:pt x="335706" y="550862"/>
                  <a:pt x="400794" y="866775"/>
                </a:cubicBezTo>
                <a:cubicBezTo>
                  <a:pt x="465882" y="1182688"/>
                  <a:pt x="404763" y="1886744"/>
                  <a:pt x="400794" y="2171700"/>
                </a:cubicBezTo>
              </a:path>
            </a:pathLst>
          </a:custGeom>
          <a:noFill/>
          <a:ln w="28575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427B0824-B2EB-1012-F837-25C6B4C2CF74}"/>
              </a:ext>
            </a:extLst>
          </p:cNvPr>
          <p:cNvSpPr/>
          <p:nvPr/>
        </p:nvSpPr>
        <p:spPr>
          <a:xfrm>
            <a:off x="6429375" y="2316285"/>
            <a:ext cx="647700" cy="609600"/>
          </a:xfrm>
          <a:custGeom>
            <a:avLst/>
            <a:gdLst>
              <a:gd name="connsiteX0" fmla="*/ 0 w 647700"/>
              <a:gd name="connsiteY0" fmla="*/ 609600 h 609600"/>
              <a:gd name="connsiteX1" fmla="*/ 276225 w 647700"/>
              <a:gd name="connsiteY1" fmla="*/ 219075 h 609600"/>
              <a:gd name="connsiteX2" fmla="*/ 647700 w 647700"/>
              <a:gd name="connsiteY2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7700" h="609600">
                <a:moveTo>
                  <a:pt x="0" y="609600"/>
                </a:moveTo>
                <a:cubicBezTo>
                  <a:pt x="84137" y="465137"/>
                  <a:pt x="168275" y="320675"/>
                  <a:pt x="276225" y="219075"/>
                </a:cubicBezTo>
                <a:cubicBezTo>
                  <a:pt x="384175" y="117475"/>
                  <a:pt x="515937" y="58737"/>
                  <a:pt x="647700" y="0"/>
                </a:cubicBezTo>
              </a:path>
            </a:pathLst>
          </a:custGeom>
          <a:noFill/>
          <a:ln w="28575">
            <a:solidFill>
              <a:schemeClr val="accent1">
                <a:lumMod val="60000"/>
                <a:lumOff val="40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6A8BD42F-7F1F-8319-004D-788FB48EE98C}"/>
              </a:ext>
            </a:extLst>
          </p:cNvPr>
          <p:cNvSpPr/>
          <p:nvPr/>
        </p:nvSpPr>
        <p:spPr>
          <a:xfrm>
            <a:off x="7507980" y="4723190"/>
            <a:ext cx="461270" cy="606170"/>
          </a:xfrm>
          <a:custGeom>
            <a:avLst/>
            <a:gdLst>
              <a:gd name="connsiteX0" fmla="*/ 295275 w 316550"/>
              <a:gd name="connsiteY0" fmla="*/ 495300 h 495300"/>
              <a:gd name="connsiteX1" fmla="*/ 285750 w 316550"/>
              <a:gd name="connsiteY1" fmla="*/ 161925 h 495300"/>
              <a:gd name="connsiteX2" fmla="*/ 0 w 316550"/>
              <a:gd name="connsiteY2" fmla="*/ 0 h 495300"/>
              <a:gd name="connsiteX0" fmla="*/ 428625 w 430928"/>
              <a:gd name="connsiteY0" fmla="*/ 466725 h 466725"/>
              <a:gd name="connsiteX1" fmla="*/ 285750 w 430928"/>
              <a:gd name="connsiteY1" fmla="*/ 161925 h 466725"/>
              <a:gd name="connsiteX2" fmla="*/ 0 w 430928"/>
              <a:gd name="connsiteY2" fmla="*/ 0 h 466725"/>
              <a:gd name="connsiteX0" fmla="*/ 428625 w 432160"/>
              <a:gd name="connsiteY0" fmla="*/ 466725 h 466725"/>
              <a:gd name="connsiteX1" fmla="*/ 285750 w 432160"/>
              <a:gd name="connsiteY1" fmla="*/ 161925 h 466725"/>
              <a:gd name="connsiteX2" fmla="*/ 0 w 432160"/>
              <a:gd name="connsiteY2" fmla="*/ 0 h 466725"/>
              <a:gd name="connsiteX0" fmla="*/ 428625 w 432160"/>
              <a:gd name="connsiteY0" fmla="*/ 466725 h 466725"/>
              <a:gd name="connsiteX1" fmla="*/ 285750 w 432160"/>
              <a:gd name="connsiteY1" fmla="*/ 161925 h 466725"/>
              <a:gd name="connsiteX2" fmla="*/ 0 w 432160"/>
              <a:gd name="connsiteY2" fmla="*/ 0 h 466725"/>
              <a:gd name="connsiteX0" fmla="*/ 428625 w 432160"/>
              <a:gd name="connsiteY0" fmla="*/ 466725 h 466725"/>
              <a:gd name="connsiteX1" fmla="*/ 285750 w 432160"/>
              <a:gd name="connsiteY1" fmla="*/ 161925 h 466725"/>
              <a:gd name="connsiteX2" fmla="*/ 0 w 432160"/>
              <a:gd name="connsiteY2" fmla="*/ 0 h 466725"/>
              <a:gd name="connsiteX0" fmla="*/ 428625 w 430984"/>
              <a:gd name="connsiteY0" fmla="*/ 466725 h 466725"/>
              <a:gd name="connsiteX1" fmla="*/ 285750 w 430984"/>
              <a:gd name="connsiteY1" fmla="*/ 161925 h 466725"/>
              <a:gd name="connsiteX2" fmla="*/ 0 w 430984"/>
              <a:gd name="connsiteY2" fmla="*/ 0 h 466725"/>
              <a:gd name="connsiteX0" fmla="*/ 428625 w 430984"/>
              <a:gd name="connsiteY0" fmla="*/ 466725 h 466725"/>
              <a:gd name="connsiteX1" fmla="*/ 285750 w 430984"/>
              <a:gd name="connsiteY1" fmla="*/ 161925 h 466725"/>
              <a:gd name="connsiteX2" fmla="*/ 0 w 430984"/>
              <a:gd name="connsiteY2" fmla="*/ 0 h 466725"/>
              <a:gd name="connsiteX0" fmla="*/ 428625 w 428625"/>
              <a:gd name="connsiteY0" fmla="*/ 466725 h 466725"/>
              <a:gd name="connsiteX1" fmla="*/ 285750 w 428625"/>
              <a:gd name="connsiteY1" fmla="*/ 161925 h 466725"/>
              <a:gd name="connsiteX2" fmla="*/ 0 w 428625"/>
              <a:gd name="connsiteY2" fmla="*/ 0 h 466725"/>
              <a:gd name="connsiteX0" fmla="*/ 434975 w 434975"/>
              <a:gd name="connsiteY0" fmla="*/ 511175 h 511175"/>
              <a:gd name="connsiteX1" fmla="*/ 285750 w 434975"/>
              <a:gd name="connsiteY1" fmla="*/ 161925 h 511175"/>
              <a:gd name="connsiteX2" fmla="*/ 0 w 434975"/>
              <a:gd name="connsiteY2" fmla="*/ 0 h 51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4975" h="511175">
                <a:moveTo>
                  <a:pt x="434975" y="511175"/>
                </a:moveTo>
                <a:cubicBezTo>
                  <a:pt x="429419" y="373062"/>
                  <a:pt x="338138" y="209550"/>
                  <a:pt x="285750" y="161925"/>
                </a:cubicBezTo>
                <a:cubicBezTo>
                  <a:pt x="211137" y="92075"/>
                  <a:pt x="143668" y="52387"/>
                  <a:pt x="0" y="0"/>
                </a:cubicBezTo>
              </a:path>
            </a:pathLst>
          </a:custGeom>
          <a:noFill/>
          <a:ln w="28575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F2464F-C3E3-5A45-3307-9072DEFEBBA2}"/>
              </a:ext>
            </a:extLst>
          </p:cNvPr>
          <p:cNvSpPr/>
          <p:nvPr/>
        </p:nvSpPr>
        <p:spPr>
          <a:xfrm>
            <a:off x="6350366" y="3434176"/>
            <a:ext cx="1157613" cy="3110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 Helper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ADBFCE4-B875-86F9-F0FF-10D962C36F05}"/>
              </a:ext>
            </a:extLst>
          </p:cNvPr>
          <p:cNvCxnSpPr>
            <a:stCxn id="12" idx="1"/>
            <a:endCxn id="26" idx="2"/>
          </p:cNvCxnSpPr>
          <p:nvPr/>
        </p:nvCxnSpPr>
        <p:spPr>
          <a:xfrm flipH="1" flipV="1">
            <a:off x="7876623" y="2712329"/>
            <a:ext cx="369185" cy="918314"/>
          </a:xfrm>
          <a:prstGeom prst="straightConnector1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E38B66D-24CC-0E98-F16F-80F5C1017633}"/>
              </a:ext>
            </a:extLst>
          </p:cNvPr>
          <p:cNvSpPr txBox="1"/>
          <p:nvPr/>
        </p:nvSpPr>
        <p:spPr>
          <a:xfrm>
            <a:off x="7276431" y="2955627"/>
            <a:ext cx="14515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&lt;Changed Event&gt;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058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70233FD-4801-85B9-26A2-5024B7AC3BC3}"/>
              </a:ext>
            </a:extLst>
          </p:cNvPr>
          <p:cNvSpPr/>
          <p:nvPr/>
        </p:nvSpPr>
        <p:spPr>
          <a:xfrm>
            <a:off x="1458930" y="1212351"/>
            <a:ext cx="1613043" cy="5137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MapHelper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950031-9E85-AFE2-6BD5-4C11D59E40CD}"/>
              </a:ext>
            </a:extLst>
          </p:cNvPr>
          <p:cNvSpPr txBox="1"/>
          <p:nvPr/>
        </p:nvSpPr>
        <p:spPr>
          <a:xfrm>
            <a:off x="1458930" y="1850288"/>
            <a:ext cx="3391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&lt;string, 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AddressGroup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dicReqList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&lt;string, 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AddressInfo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dicRegs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오른쪽 중괄호 5">
            <a:extLst>
              <a:ext uri="{FF2B5EF4-FFF2-40B4-BE49-F238E27FC236}">
                <a16:creationId xmlns:a16="http://schemas.microsoft.com/office/drawing/2014/main" id="{58778963-7FEF-A674-E582-E786AB1F9271}"/>
              </a:ext>
            </a:extLst>
          </p:cNvPr>
          <p:cNvSpPr/>
          <p:nvPr/>
        </p:nvSpPr>
        <p:spPr>
          <a:xfrm>
            <a:off x="5300944" y="1931542"/>
            <a:ext cx="195730" cy="56507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DDBE38-6C5B-9A2A-E67D-A5EB0DDFB40C}"/>
              </a:ext>
            </a:extLst>
          </p:cNvPr>
          <p:cNvSpPr/>
          <p:nvPr/>
        </p:nvSpPr>
        <p:spPr>
          <a:xfrm>
            <a:off x="5938460" y="1957226"/>
            <a:ext cx="1613043" cy="5137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xxx-map.xml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DF31BCC-7BD8-C03C-6DEC-17D4E327D3C8}"/>
              </a:ext>
            </a:extLst>
          </p:cNvPr>
          <p:cNvCxnSpPr>
            <a:stCxn id="7" idx="1"/>
            <a:endCxn id="6" idx="1"/>
          </p:cNvCxnSpPr>
          <p:nvPr/>
        </p:nvCxnSpPr>
        <p:spPr>
          <a:xfrm flipH="1">
            <a:off x="5496674" y="2214080"/>
            <a:ext cx="44178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169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104</Words>
  <Application>Microsoft Office PowerPoint</Application>
  <PresentationFormat>와이드스크린</PresentationFormat>
  <Paragraphs>31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/신소재공학과</dc:creator>
  <cp:lastModifiedBy>천해철(Haechul Chun) 수석 (주)두산 퓨얼셀 파워</cp:lastModifiedBy>
  <cp:revision>6</cp:revision>
  <dcterms:created xsi:type="dcterms:W3CDTF">2024-11-02T06:27:39Z</dcterms:created>
  <dcterms:modified xsi:type="dcterms:W3CDTF">2024-11-03T23:27:47Z</dcterms:modified>
</cp:coreProperties>
</file>